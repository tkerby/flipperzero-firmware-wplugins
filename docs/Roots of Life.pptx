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150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F427AAE-0728-4382-8EBE-1895B0858BF7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C0D790E-2775-46D4-8723-F8320E48B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716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27AAE-0728-4382-8EBE-1895B0858BF7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D790E-2775-46D4-8723-F8320E48B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699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27AAE-0728-4382-8EBE-1895B0858BF7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D790E-2775-46D4-8723-F8320E48B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224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27AAE-0728-4382-8EBE-1895B0858BF7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D790E-2775-46D4-8723-F8320E48B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637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27AAE-0728-4382-8EBE-1895B0858BF7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D790E-2775-46D4-8723-F8320E48B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521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27AAE-0728-4382-8EBE-1895B0858BF7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D790E-2775-46D4-8723-F8320E48B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01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27AAE-0728-4382-8EBE-1895B0858BF7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D790E-2775-46D4-8723-F8320E48B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28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27AAE-0728-4382-8EBE-1895B0858BF7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D790E-2775-46D4-8723-F8320E48B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455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27AAE-0728-4382-8EBE-1895B0858BF7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D790E-2775-46D4-8723-F8320E48B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69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27AAE-0728-4382-8EBE-1895B0858BF7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D790E-2775-46D4-8723-F8320E48B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986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27AAE-0728-4382-8EBE-1895B0858BF7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D790E-2775-46D4-8723-F8320E48B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518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27AAE-0728-4382-8EBE-1895B0858BF7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D790E-2775-46D4-8723-F8320E48B3CA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761091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27AAE-0728-4382-8EBE-1895B0858BF7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D790E-2775-46D4-8723-F8320E48B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36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27AAE-0728-4382-8EBE-1895B0858BF7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D790E-2775-46D4-8723-F8320E48B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7863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27AAE-0728-4382-8EBE-1895B0858BF7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D790E-2775-46D4-8723-F8320E48B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5174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27AAE-0728-4382-8EBE-1895B0858BF7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D790E-2775-46D4-8723-F8320E48B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2621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27AAE-0728-4382-8EBE-1895B0858BF7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D790E-2775-46D4-8723-F8320E48B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510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427AAE-0728-4382-8EBE-1895B0858BF7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0D790E-2775-46D4-8723-F8320E48B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8779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gif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57441-00B8-31D0-7309-33693DC268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Roots of Life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73A007-14A4-4DA2-0581-79FAD0E00C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@Xorboo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956CB0-BCEC-0F87-9D2F-1136BD3C1AB0}"/>
              </a:ext>
            </a:extLst>
          </p:cNvPr>
          <p:cNvSpPr txBox="1"/>
          <p:nvPr/>
        </p:nvSpPr>
        <p:spPr>
          <a:xfrm>
            <a:off x="6037462" y="3171908"/>
            <a:ext cx="6384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50000"/>
                    <a:lumOff val="50000"/>
                  </a:schemeClr>
                </a:solidFill>
              </a:rPr>
              <a:t>(cringe)</a:t>
            </a:r>
          </a:p>
        </p:txBody>
      </p:sp>
    </p:spTree>
    <p:extLst>
      <p:ext uri="{BB962C8B-B14F-4D97-AF65-F5344CB8AC3E}">
        <p14:creationId xmlns:p14="http://schemas.microsoft.com/office/powerpoint/2010/main" val="1954050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7C1FE-EDCB-8F29-4198-317C7E7A0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D5A72-4EF9-A4D4-53CB-4150666A4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4DC4D6-AB9C-7AE6-345E-D6E92084B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402" y="1467635"/>
            <a:ext cx="9170018" cy="392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179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C2E44-DB2E-1CA2-1D57-FFC9151E7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2E7FC-D297-EF1E-C49A-E98F2F9F3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6E216B0-8EB7-F46F-0F86-C5F104553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859" y="412873"/>
            <a:ext cx="5588336" cy="3143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6ECBFC-EDAD-F141-B7E6-33866C32C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964" y="2428309"/>
            <a:ext cx="9249338" cy="424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575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BF45A-C3E1-052D-DDB4-03A1ABA06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Flipper zero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21A5D-E8CD-EAA0-7847-4EFB92F1B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216B13A-F009-7BF4-5BB7-3D0EE0106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0293" y="664026"/>
            <a:ext cx="6308236" cy="5529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6731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8CD96-4548-60A4-9FE5-3FBC2D740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18E51E-EB01-8940-0A7B-81EBC169BE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1479" y="4384276"/>
            <a:ext cx="3852052" cy="21667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5F5567-FEC1-E267-2B72-522A2719F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308" y="1267816"/>
            <a:ext cx="1791317" cy="15948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0CEEAB-676F-47AF-BCEB-493114EE1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582" y="1261489"/>
            <a:ext cx="2281598" cy="15948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18EEDF0-CB11-CA17-350E-B4891C683B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6137" y="1296294"/>
            <a:ext cx="2349654" cy="1601587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6161A0-985F-E2D5-DFED-02DA87F2DE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634" y="3497752"/>
            <a:ext cx="3753913" cy="2111576"/>
          </a:xfrm>
        </p:spPr>
      </p:pic>
    </p:spTree>
    <p:extLst>
      <p:ext uri="{BB962C8B-B14F-4D97-AF65-F5344CB8AC3E}">
        <p14:creationId xmlns:p14="http://schemas.microsoft.com/office/powerpoint/2010/main" val="2453983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0280C-5F46-9169-D1B7-32CD68537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9CBCEC-9909-82A9-B803-E7B1527E88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923" y="4591222"/>
            <a:ext cx="3499576" cy="1968512"/>
          </a:xfrm>
        </p:spPr>
      </p:pic>
    </p:spTree>
    <p:extLst>
      <p:ext uri="{BB962C8B-B14F-4D97-AF65-F5344CB8AC3E}">
        <p14:creationId xmlns:p14="http://schemas.microsoft.com/office/powerpoint/2010/main" val="1798109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This Is Fine GIF">
            <a:extLst>
              <a:ext uri="{FF2B5EF4-FFF2-40B4-BE49-F238E27FC236}">
                <a16:creationId xmlns:a16="http://schemas.microsoft.com/office/drawing/2014/main" id="{CE7F8C0A-6EDD-5F7B-D022-2B5D7DCB2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976" y="3774086"/>
            <a:ext cx="45720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FD2098-6573-6102-A0FD-090BB7637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1C711-548C-7D2F-8340-BCAE9C92F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486D927-5FDA-AC27-928A-6D974B4D6D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118" y="1066799"/>
            <a:ext cx="6064586" cy="4830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7013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390E5-76EF-4E4A-1DE0-CE4DCA7C0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[Game]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26903-B3CC-8B70-95A5-5CC248331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8300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15</TotalTime>
  <Words>14</Words>
  <Application>Microsoft Office PowerPoint</Application>
  <PresentationFormat>Widescreen</PresentationFormat>
  <Paragraphs>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Tw Cen MT</vt:lpstr>
      <vt:lpstr>Circuit</vt:lpstr>
      <vt:lpstr>Roots of Life</vt:lpstr>
      <vt:lpstr>PowerPoint Presentation</vt:lpstr>
      <vt:lpstr>PowerPoint Presentation</vt:lpstr>
      <vt:lpstr>Flipper zero</vt:lpstr>
      <vt:lpstr>PowerPoint Presentation</vt:lpstr>
      <vt:lpstr>PowerPoint Presentation</vt:lpstr>
      <vt:lpstr>PowerPoint Presentation</vt:lpstr>
      <vt:lpstr>[Game]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Roots of Life</dc:title>
  <dc:creator>Kirill Korepanov EXT</dc:creator>
  <cp:lastModifiedBy>Kirill Korepanov EXT</cp:lastModifiedBy>
  <cp:revision>1</cp:revision>
  <dcterms:created xsi:type="dcterms:W3CDTF">2023-02-05T09:46:13Z</dcterms:created>
  <dcterms:modified xsi:type="dcterms:W3CDTF">2023-02-05T10:01:33Z</dcterms:modified>
</cp:coreProperties>
</file>